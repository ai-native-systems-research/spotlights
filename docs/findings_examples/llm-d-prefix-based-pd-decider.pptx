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01"/>
  </p:normalViewPr>
  <p:slideViewPr>
    <p:cSldViewPr snapToGrid="0" snapToObjects="1">
      <p:cViewPr varScale="1">
        <p:scale>
          <a:sx n="180" d="100"/>
          <a:sy n="180" d="100"/>
        </p:scale>
        <p:origin x="4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1A1A2A"/>
                </a:solidFill>
                <a:latin typeface="Calibri"/>
              </a:rPr>
              <a:t>Candidate: </a:t>
            </a:r>
            <a:r>
              <a:rPr sz="1800" b="1" i="0">
                <a:solidFill>
                  <a:srgbClr val="1A1A2A"/>
                </a:solidFill>
                <a:latin typeface="Consolas"/>
              </a:rPr>
              <a:t>disagg.PrefixBasedPDDecider non-cached-token gate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A1A2A"/>
                </a:solidFill>
                <a:latin typeface="Calibri"/>
              </a:rPr>
              <a:t>Finding: Add a load-aware term to the disaggregation gate, co-optimizing prefix reuse and decode-endpoint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4592"/>
            <a:ext cx="8138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84592"/>
            <a:ext cx="2700000" cy="36389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2920" y="1244592"/>
            <a:ext cx="2340000" cy="2769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File</a:t>
            </a:r>
          </a:p>
          <a:p>
            <a:pPr>
              <a:spcAft>
                <a:spcPts val="200"/>
              </a:spcAft>
            </a:pPr>
            <a:r>
              <a:rPr sz="1100" b="0" i="0" dirty="0">
                <a:solidFill>
                  <a:srgbClr val="475569"/>
                </a:solidFill>
                <a:latin typeface="Consolas"/>
              </a:rPr>
              <a:t>pkg/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epp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/framework/plugins/</a:t>
            </a:r>
          </a:p>
          <a:p>
            <a:pPr>
              <a:spcAft>
                <a:spcPts val="200"/>
              </a:spcAft>
            </a:pPr>
            <a:r>
              <a:rPr sz="1100" b="0" i="0" dirty="0">
                <a:solidFill>
                  <a:srgbClr val="475569"/>
                </a:solidFill>
                <a:latin typeface="Consolas"/>
              </a:rPr>
              <a:t>scheduling/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profilehandler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/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disagg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/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prefix_based_pd_decider.go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1000"/>
              </a:spcAft>
            </a:pPr>
            <a:r>
              <a:rPr sz="1000" b="0" i="1" dirty="0">
                <a:solidFill>
                  <a:srgbClr val="94A3B8"/>
                </a:solidFill>
                <a:latin typeface="Calibri"/>
              </a:rPr>
              <a:t>lines 23–145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Symbol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disagg.PrefixBasedPDDecider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475569"/>
                </a:solidFill>
                <a:latin typeface="Consolas"/>
              </a:rPr>
              <a:t>non-cached-token gate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Kind</a:t>
            </a:r>
          </a:p>
          <a:p>
            <a:pPr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Calibri"/>
              </a:rPr>
              <a:t>region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Estimated impact</a:t>
            </a:r>
          </a:p>
          <a:p>
            <a:r>
              <a:rPr sz="1200" b="1" i="0" dirty="0">
                <a:solidFill>
                  <a:srgbClr val="0F7173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2920" y="1084592"/>
            <a:ext cx="5218160" cy="1864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200" b="1" i="1" dirty="0">
                <a:solidFill>
                  <a:srgbClr val="00B050"/>
                </a:solidFill>
                <a:latin typeface="Calibri"/>
              </a:rPr>
              <a:t>Paper found </a:t>
            </a:r>
            <a:r>
              <a:rPr lang="en-US" sz="1200" i="1" dirty="0">
                <a:solidFill>
                  <a:srgbClr val="94A3B8"/>
                </a:solidFill>
                <a:latin typeface="Calibri"/>
              </a:rPr>
              <a:t>-  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Preble: Efficient Distributed Prompt Scheduling for LLM Serving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What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Make the PD disaggregation gate depend on both </a:t>
            </a:r>
            <a:r>
              <a:rPr sz="1100" b="0" i="0" dirty="0" err="1">
                <a:solidFill>
                  <a:srgbClr val="475569"/>
                </a:solidFill>
                <a:latin typeface="Calibri"/>
              </a:rPr>
              <a:t>uncached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-suffix length and decode endpoint load — not just a static 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nonCachedTokens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threshold.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How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Read an existing endpoint load signal via 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endpoint.Get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, then either scale the threshold by load or use a score s = </a:t>
            </a:r>
            <a:r>
              <a:rPr sz="1100" b="0" i="0" dirty="0" err="1">
                <a:solidFill>
                  <a:srgbClr val="475569"/>
                </a:solidFill>
                <a:latin typeface="Calibri"/>
              </a:rPr>
              <a:t>w_suffix·suffix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− </a:t>
            </a:r>
            <a:r>
              <a:rPr sz="1100" b="0" i="0" dirty="0" err="1">
                <a:solidFill>
                  <a:srgbClr val="475569"/>
                </a:solidFill>
                <a:latin typeface="Calibri"/>
              </a:rPr>
              <a:t>w_load·load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Compatibility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Keep early-exit logic and config backward-compatible (optional fields default to today's behavior); add load-varying test cases.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Why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Gate is currently blind to load — co-optimizing KV-reuse with load cuts median TTFT/TPOT for prompts close to the threshold, where the decision could go either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1080" y="478350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1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194</Words>
  <Application>Microsoft Macintosh PowerPoint</Application>
  <PresentationFormat>On-screen Show (16:9)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OPHIR AZULAI</cp:lastModifiedBy>
  <cp:revision>3</cp:revision>
  <dcterms:created xsi:type="dcterms:W3CDTF">2013-01-27T09:14:16Z</dcterms:created>
  <dcterms:modified xsi:type="dcterms:W3CDTF">2026-06-08T14:53:13Z</dcterms:modified>
  <cp:category/>
</cp:coreProperties>
</file>